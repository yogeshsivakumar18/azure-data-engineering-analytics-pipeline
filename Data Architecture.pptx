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01181-C5B4-421A-81C4-EA32C0E07AC4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1E988-8F2B-4EFD-A31C-DA2671250E28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6001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F1E988-8F2B-4EFD-A31C-DA2671250E28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1311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04EE5-6CCC-6E78-5534-BC38D576E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077F5-B817-0A1B-9E54-C8D4C42706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CB8BA-E0F5-7DAA-EC21-4170E8A9F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A5AB7-E134-8D51-61E3-BD33627E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7577E-DE08-73B7-4000-9BBCB6BC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974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BB5A0-FFAB-AD2B-2845-C7561562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8F8C-34B0-3E89-D549-5E34FF46D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111A-BFAC-76AC-5AB1-48FB02227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4C829-4CD7-9F5C-7961-C1BA63E3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E2389-2CF5-EE87-09F5-4C577E4D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1004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599F0-A6DC-4FC1-043E-76F3634F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D314D-C097-24B9-1C92-185920147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71A51-8B2C-FB83-A22A-3A637A1B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9155A-E204-5862-3D7A-2A9F4EBD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85130-73F7-B9C1-99FF-6FECAEE4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39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B97A-46E5-12D6-FD1F-3C6ECF416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D207A-5DB3-0724-AB1F-A25DCCEDA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3229E-80FE-D8CD-3B75-480728840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9337B-9E02-DC6A-8D49-ECDBA924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4216-E1FC-69F0-C50F-21A67F4F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BDEAC-3B84-1C59-68D1-54BFDCC6C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50265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CE1E-7AF0-D8B6-223B-3D23671B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1126D-D6A8-C302-7454-B482FB54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3D4B0-8BEB-82F4-0952-00CE8373A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5ADA6-F320-2DC0-B176-FBB8F17CD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AC2FD-F03A-56C6-9F96-080EDE6DD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F454F-FA0F-CC67-0891-6C979D1C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56FFBC-63C5-DCB0-F4F7-BF4AA9684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91E135-3141-4CDB-DDC8-32677BB6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28051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F45A-7D21-8A29-D6D9-AC0588DCB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807EFC-955F-DEF6-323F-874E8B15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29229-D611-D236-63EE-0E0E1565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52E0B-5116-AA4A-8D6C-05057E95C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4320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B9E49-8FD1-2E44-92D8-B72A7D47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6185A-3A50-6369-849F-E493089C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0A30C-8F74-D10C-4ED2-C33BF5EA2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5168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C76A-0AA2-D969-B97E-5E1D346A6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6A29-57C6-AA12-94CF-E4ECD6E62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1265E-42BA-3430-1341-3A2F509B7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4936B-8573-5E9D-92F3-BF84CE85B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4DE32-F771-25EC-9EA8-F4F918F3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37F4-4B7F-5D47-79FC-359AE2A4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809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2B68-EF7F-FF54-DD0C-F84E6CC4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A713A4-0D45-C602-2D82-22E6223B5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7D725-1611-12B7-FD94-E7A815ABA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A1357-44D2-B8C1-113E-96AC495E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4B02D-79EF-C7BC-E721-F12766CA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9960F-B683-3280-98D6-F133AA8A3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4821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288B1-39F9-5DF7-F961-4DA446EA7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58B8F-D572-6B06-2F87-B8AE1C14F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6C84-8C80-0A62-4C48-44B63335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5096B-0A44-A71D-28AC-59EC6424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3CA05-B87A-4BDD-1DD1-04B57E0E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948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A2EF0-607C-BB08-8ECD-59FFBAD3E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FA626-D049-3719-1EF8-28B050AB4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78917-C6EB-3547-F53C-A67D047A9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EAC81-22AF-C79F-AC59-AFC6D651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DEBBE-B80A-0F36-7686-03D82340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484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681E7E-DD43-D885-37D7-814249797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91BDA-6577-E7A8-3895-0D8084F0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1A58-792F-73F5-9D0F-9EA4ED96B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72E22-D60C-4527-989E-E8959391690B}" type="datetimeFigureOut">
              <a:rPr lang="en-IE" smtClean="0"/>
              <a:t>21/10/2025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D8B4-4F52-A357-7AF0-B19C97800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2626A-2CE1-6DFD-549B-5459E7757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B2B16-BD3E-44AE-86B9-58D7DF0274C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42582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hyperlink" Target="https://sl.wikipedia.org/wiki/Azure_(storitvena_platforma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1B0B01-2D76-8487-0FF7-3A356D524CE2}"/>
              </a:ext>
            </a:extLst>
          </p:cNvPr>
          <p:cNvSpPr/>
          <p:nvPr/>
        </p:nvSpPr>
        <p:spPr>
          <a:xfrm>
            <a:off x="776748" y="3460952"/>
            <a:ext cx="1435510" cy="1238865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4F37C-A43A-0A9E-C202-91936DE5628C}"/>
              </a:ext>
            </a:extLst>
          </p:cNvPr>
          <p:cNvSpPr/>
          <p:nvPr/>
        </p:nvSpPr>
        <p:spPr>
          <a:xfrm>
            <a:off x="2212258" y="993059"/>
            <a:ext cx="1435510" cy="1873046"/>
          </a:xfrm>
          <a:prstGeom prst="rect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3184C-7B84-5CE0-7689-F1AE9B96D10A}"/>
              </a:ext>
            </a:extLst>
          </p:cNvPr>
          <p:cNvSpPr/>
          <p:nvPr/>
        </p:nvSpPr>
        <p:spPr>
          <a:xfrm>
            <a:off x="3056603" y="3772053"/>
            <a:ext cx="1505565" cy="1734011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41C049-FEF9-7C7B-EB58-054477CAC218}"/>
              </a:ext>
            </a:extLst>
          </p:cNvPr>
          <p:cNvSpPr/>
          <p:nvPr/>
        </p:nvSpPr>
        <p:spPr>
          <a:xfrm>
            <a:off x="5840362" y="3743631"/>
            <a:ext cx="1961536" cy="2276169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E17FF1-A437-EB98-A156-7E14151988E8}"/>
              </a:ext>
            </a:extLst>
          </p:cNvPr>
          <p:cNvSpPr/>
          <p:nvPr/>
        </p:nvSpPr>
        <p:spPr>
          <a:xfrm>
            <a:off x="9212669" y="4064325"/>
            <a:ext cx="1548581" cy="1425679"/>
          </a:xfrm>
          <a:prstGeom prst="rect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83DEE3-4DB8-DC86-D26C-EC9212A0B173}"/>
              </a:ext>
            </a:extLst>
          </p:cNvPr>
          <p:cNvSpPr/>
          <p:nvPr/>
        </p:nvSpPr>
        <p:spPr>
          <a:xfrm>
            <a:off x="9185785" y="1120877"/>
            <a:ext cx="1548580" cy="1597742"/>
          </a:xfrm>
          <a:prstGeom prst="rect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653FEED-CE02-6886-7AEF-8604F9829A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1197" y="4280262"/>
            <a:ext cx="771526" cy="77152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FE32D5D-3056-F63D-E968-610FB34865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333" y="1579766"/>
            <a:ext cx="766609" cy="76660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A8FE9C8-72C7-B540-0D78-13DC6EC64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01197" y="1558817"/>
            <a:ext cx="692559" cy="692559"/>
          </a:xfrm>
          <a:prstGeom prst="rect">
            <a:avLst/>
          </a:prstGeom>
        </p:spPr>
      </p:pic>
      <p:pic>
        <p:nvPicPr>
          <p:cNvPr id="3" name="Picture 2" descr="A logo of a bucket&#10;&#10;AI-generated content may be incorrect.">
            <a:extLst>
              <a:ext uri="{FF2B5EF4-FFF2-40B4-BE49-F238E27FC236}">
                <a16:creationId xmlns:a16="http://schemas.microsoft.com/office/drawing/2014/main" id="{D06D97DF-2D0A-0C71-12C6-B5B773FCA0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975" y="4165414"/>
            <a:ext cx="761388" cy="761388"/>
          </a:xfrm>
          <a:prstGeom prst="rect">
            <a:avLst/>
          </a:prstGeom>
        </p:spPr>
      </p:pic>
      <p:pic>
        <p:nvPicPr>
          <p:cNvPr id="10" name="Picture 9" descr="A logo of a bucket&#10;&#10;AI-generated content may be incorrect.">
            <a:extLst>
              <a:ext uri="{FF2B5EF4-FFF2-40B4-BE49-F238E27FC236}">
                <a16:creationId xmlns:a16="http://schemas.microsoft.com/office/drawing/2014/main" id="{15B69506-0E1F-5A56-C496-8405CDA6A0B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430" y="4333875"/>
            <a:ext cx="1095683" cy="1095683"/>
          </a:xfrm>
          <a:prstGeom prst="rect">
            <a:avLst/>
          </a:prstGeom>
        </p:spPr>
      </p:pic>
      <p:pic>
        <p:nvPicPr>
          <p:cNvPr id="13" name="Picture 12" descr="A blue globe with black text">
            <a:extLst>
              <a:ext uri="{FF2B5EF4-FFF2-40B4-BE49-F238E27FC236}">
                <a16:creationId xmlns:a16="http://schemas.microsoft.com/office/drawing/2014/main" id="{0CACA200-3D74-3F05-79D6-E8082918DF4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197" y="3530082"/>
            <a:ext cx="766611" cy="7666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0C3F61-8738-7046-6776-0BF047BD7A8C}"/>
              </a:ext>
            </a:extLst>
          </p:cNvPr>
          <p:cNvSpPr txBox="1"/>
          <p:nvPr/>
        </p:nvSpPr>
        <p:spPr>
          <a:xfrm>
            <a:off x="817229" y="4296693"/>
            <a:ext cx="14281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Source</a:t>
            </a:r>
            <a:endParaRPr lang="en-IE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C85BA5-AB5F-DA40-FC0E-9858AC0D1561}"/>
              </a:ext>
            </a:extLst>
          </p:cNvPr>
          <p:cNvSpPr txBox="1"/>
          <p:nvPr/>
        </p:nvSpPr>
        <p:spPr>
          <a:xfrm>
            <a:off x="2283921" y="2437173"/>
            <a:ext cx="15011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Factory</a:t>
            </a:r>
            <a:endParaRPr lang="en-I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0806B9-AFAE-C5E2-6773-6A17B895666C}"/>
              </a:ext>
            </a:extLst>
          </p:cNvPr>
          <p:cNvSpPr txBox="1"/>
          <p:nvPr/>
        </p:nvSpPr>
        <p:spPr>
          <a:xfrm>
            <a:off x="3126658" y="5084599"/>
            <a:ext cx="1435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Lake Gen2</a:t>
            </a:r>
            <a:endParaRPr lang="en-IE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692A68-E773-73AA-26A8-1BCB7FAD1AA1}"/>
              </a:ext>
            </a:extLst>
          </p:cNvPr>
          <p:cNvSpPr txBox="1"/>
          <p:nvPr/>
        </p:nvSpPr>
        <p:spPr>
          <a:xfrm>
            <a:off x="5996448" y="5481541"/>
            <a:ext cx="18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Lake Gen2</a:t>
            </a:r>
            <a:endParaRPr lang="en-I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9846E-54B5-8034-1CD1-4EE17546C561}"/>
              </a:ext>
            </a:extLst>
          </p:cNvPr>
          <p:cNvSpPr txBox="1"/>
          <p:nvPr/>
        </p:nvSpPr>
        <p:spPr>
          <a:xfrm>
            <a:off x="3126658" y="3814845"/>
            <a:ext cx="1590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Raw Data Store</a:t>
            </a:r>
            <a:endParaRPr lang="en-IE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14AA0E-6939-D886-AD20-9FB329F7FD40}"/>
              </a:ext>
            </a:extLst>
          </p:cNvPr>
          <p:cNvSpPr/>
          <p:nvPr/>
        </p:nvSpPr>
        <p:spPr>
          <a:xfrm>
            <a:off x="5670462" y="1026546"/>
            <a:ext cx="2275441" cy="1692073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CD764D-F781-3398-4835-02A27ACE8D1D}"/>
              </a:ext>
            </a:extLst>
          </p:cNvPr>
          <p:cNvSpPr txBox="1"/>
          <p:nvPr/>
        </p:nvSpPr>
        <p:spPr>
          <a:xfrm>
            <a:off x="5709832" y="1976394"/>
            <a:ext cx="2394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Databricks</a:t>
            </a:r>
          </a:p>
          <a:p>
            <a:r>
              <a:rPr lang="en-US" dirty="0"/>
              <a:t>Data Transformation</a:t>
            </a:r>
            <a:endParaRPr lang="en-I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BC0D1-4583-8F9A-0F44-B7FC376AAB25}"/>
              </a:ext>
            </a:extLst>
          </p:cNvPr>
          <p:cNvSpPr txBox="1"/>
          <p:nvPr/>
        </p:nvSpPr>
        <p:spPr>
          <a:xfrm>
            <a:off x="6044536" y="3814845"/>
            <a:ext cx="1726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Transformed Data</a:t>
            </a:r>
            <a:endParaRPr lang="en-IE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7CE621-C812-1BF3-2337-8368F83BC30D}"/>
              </a:ext>
            </a:extLst>
          </p:cNvPr>
          <p:cNvSpPr txBox="1"/>
          <p:nvPr/>
        </p:nvSpPr>
        <p:spPr>
          <a:xfrm>
            <a:off x="9185785" y="5121781"/>
            <a:ext cx="16813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Synapse Analytics</a:t>
            </a:r>
            <a:endParaRPr lang="en-IE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4C0BB5-CFE7-3D88-6B4A-91B8F27F2D4B}"/>
              </a:ext>
            </a:extLst>
          </p:cNvPr>
          <p:cNvSpPr txBox="1"/>
          <p:nvPr/>
        </p:nvSpPr>
        <p:spPr>
          <a:xfrm>
            <a:off x="9436507" y="2260019"/>
            <a:ext cx="1179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Power BI</a:t>
            </a:r>
            <a:endParaRPr lang="en-I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2BE22E-9751-72A7-0116-AE533442614C}"/>
              </a:ext>
            </a:extLst>
          </p:cNvPr>
          <p:cNvSpPr txBox="1"/>
          <p:nvPr/>
        </p:nvSpPr>
        <p:spPr>
          <a:xfrm>
            <a:off x="9406855" y="1170570"/>
            <a:ext cx="13517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Reporting</a:t>
            </a:r>
            <a:endParaRPr lang="en-IE" sz="1600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4CC1B6E-9741-BD15-9ABF-F283E7BCDD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35938" y="1095219"/>
            <a:ext cx="744487" cy="744487"/>
          </a:xfrm>
          <a:prstGeom prst="rect">
            <a:avLst/>
          </a:prstGeom>
        </p:spPr>
      </p:pic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4C3A7AF-9C05-FEBA-3A9B-D918BF7785C7}"/>
              </a:ext>
            </a:extLst>
          </p:cNvPr>
          <p:cNvCxnSpPr>
            <a:cxnSpLocks/>
            <a:stCxn id="4" idx="0"/>
            <a:endCxn id="5" idx="1"/>
          </p:cNvCxnSpPr>
          <p:nvPr/>
        </p:nvCxnSpPr>
        <p:spPr>
          <a:xfrm rot="5400000" flipH="1" flipV="1">
            <a:off x="1087695" y="2336390"/>
            <a:ext cx="1531370" cy="7177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B6BA9FCB-AE13-FB18-7A8B-E383FCDA026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647768" y="1929582"/>
            <a:ext cx="387986" cy="18424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A939054-DE41-2E49-65CD-2E427DBC35C3}"/>
              </a:ext>
            </a:extLst>
          </p:cNvPr>
          <p:cNvCxnSpPr>
            <a:stCxn id="6" idx="3"/>
            <a:endCxn id="28" idx="1"/>
          </p:cNvCxnSpPr>
          <p:nvPr/>
        </p:nvCxnSpPr>
        <p:spPr>
          <a:xfrm flipV="1">
            <a:off x="4562168" y="1872583"/>
            <a:ext cx="1108294" cy="276647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C758DE-A615-A9CE-8471-54D92F7AA6CE}"/>
              </a:ext>
            </a:extLst>
          </p:cNvPr>
          <p:cNvCxnSpPr>
            <a:cxnSpLocks/>
          </p:cNvCxnSpPr>
          <p:nvPr/>
        </p:nvCxnSpPr>
        <p:spPr>
          <a:xfrm flipH="1">
            <a:off x="6783015" y="2711384"/>
            <a:ext cx="2" cy="1025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F6D1F9-B45E-8605-3A12-A2DE3594E16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801898" y="4881715"/>
            <a:ext cx="141077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CC75FA5-6DBE-E30A-6568-D54BE10A3AFD}"/>
              </a:ext>
            </a:extLst>
          </p:cNvPr>
          <p:cNvCxnSpPr>
            <a:stCxn id="8" idx="0"/>
            <a:endCxn id="9" idx="2"/>
          </p:cNvCxnSpPr>
          <p:nvPr/>
        </p:nvCxnSpPr>
        <p:spPr>
          <a:xfrm flipH="1" flipV="1">
            <a:off x="9960075" y="2718619"/>
            <a:ext cx="26885" cy="1345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7DACBA0-0654-B099-C342-4F07B88EE887}"/>
              </a:ext>
            </a:extLst>
          </p:cNvPr>
          <p:cNvSpPr txBox="1"/>
          <p:nvPr/>
        </p:nvSpPr>
        <p:spPr>
          <a:xfrm>
            <a:off x="2209800" y="1061888"/>
            <a:ext cx="1693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Ingestion</a:t>
            </a:r>
            <a:endParaRPr lang="en-IE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31A215-150D-3374-653A-EBF731EFC852}"/>
              </a:ext>
            </a:extLst>
          </p:cNvPr>
          <p:cNvSpPr txBox="1"/>
          <p:nvPr/>
        </p:nvSpPr>
        <p:spPr>
          <a:xfrm>
            <a:off x="2474735" y="108687"/>
            <a:ext cx="77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AZURE DATA ENGINEERING ARCHITECTURE</a:t>
            </a:r>
            <a:endParaRPr lang="en-IE" sz="2800" dirty="0"/>
          </a:p>
        </p:txBody>
      </p:sp>
      <p:pic>
        <p:nvPicPr>
          <p:cNvPr id="48" name="Picture 47" descr="A blue logo with a black background">
            <a:extLst>
              <a:ext uri="{FF2B5EF4-FFF2-40B4-BE49-F238E27FC236}">
                <a16:creationId xmlns:a16="http://schemas.microsoft.com/office/drawing/2014/main" id="{DDD23D51-0394-3320-1671-3E910298D7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843547" y="45747"/>
            <a:ext cx="601694" cy="60169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3268B90-A00E-0277-E7F3-84B0F0F0092F}"/>
              </a:ext>
            </a:extLst>
          </p:cNvPr>
          <p:cNvSpPr txBox="1"/>
          <p:nvPr/>
        </p:nvSpPr>
        <p:spPr>
          <a:xfrm>
            <a:off x="3126658" y="6354353"/>
            <a:ext cx="5940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Supply Chain Optimization Pipeline Using Microsoft Azure Stack </a:t>
            </a:r>
            <a:endParaRPr lang="en-IE" sz="1600" dirty="0"/>
          </a:p>
        </p:txBody>
      </p:sp>
      <p:pic>
        <p:nvPicPr>
          <p:cNvPr id="57" name="Picture 56" descr="A gold seal with stars">
            <a:extLst>
              <a:ext uri="{FF2B5EF4-FFF2-40B4-BE49-F238E27FC236}">
                <a16:creationId xmlns:a16="http://schemas.microsoft.com/office/drawing/2014/main" id="{05505778-F37A-D743-C221-85132185C1E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628" y="3414409"/>
            <a:ext cx="990480" cy="997955"/>
          </a:xfrm>
          <a:prstGeom prst="rect">
            <a:avLst/>
          </a:prstGeom>
        </p:spPr>
      </p:pic>
      <p:pic>
        <p:nvPicPr>
          <p:cNvPr id="59" name="Picture 58" descr="A silver seal with text">
            <a:extLst>
              <a:ext uri="{FF2B5EF4-FFF2-40B4-BE49-F238E27FC236}">
                <a16:creationId xmlns:a16="http://schemas.microsoft.com/office/drawing/2014/main" id="{6941D0C4-DA00-158D-30F3-A7543A0517E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291" y="3208828"/>
            <a:ext cx="928405" cy="930554"/>
          </a:xfrm>
          <a:prstGeom prst="rect">
            <a:avLst/>
          </a:prstGeom>
        </p:spPr>
      </p:pic>
      <p:pic>
        <p:nvPicPr>
          <p:cNvPr id="61" name="Picture 60" descr="A close-up of a seal">
            <a:extLst>
              <a:ext uri="{FF2B5EF4-FFF2-40B4-BE49-F238E27FC236}">
                <a16:creationId xmlns:a16="http://schemas.microsoft.com/office/drawing/2014/main" id="{F219B324-AABD-FD0C-E0AE-EBA9CCF461A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134" y="4211770"/>
            <a:ext cx="813512" cy="76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61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38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ULStudent:YOGESH.SIVAKUMAR</dc:creator>
  <cp:lastModifiedBy>ULStudent:YOGESH.SIVAKUMAR</cp:lastModifiedBy>
  <cp:revision>6</cp:revision>
  <dcterms:created xsi:type="dcterms:W3CDTF">2025-10-21T11:44:44Z</dcterms:created>
  <dcterms:modified xsi:type="dcterms:W3CDTF">2025-10-21T13:07:06Z</dcterms:modified>
</cp:coreProperties>
</file>